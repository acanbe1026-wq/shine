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53EAD-21F9-7305-73F4-D13799E5F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BC4B3C-2AF1-0AAD-A826-C2E8ED774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0255F3-78F8-CD6B-951C-6EF9CFE0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235B-BBEF-4B79-BB81-6B6D78ABD45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8FDA66-89B1-C64A-AB77-DD462BE95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604839-0356-2544-D8D3-E630665DA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4063-C986-4A55-BCDE-70315849FF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45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1BD45-EDAF-555E-3920-796334E7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4998A-9A10-9C4A-7CE5-6CD7867B5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5B1C4C-9F98-ADC8-CD44-4B5CE773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235B-BBEF-4B79-BB81-6B6D78ABD45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02BFA9-2FD7-FBA1-E463-55DB355F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28507-4FE3-B61F-4E7E-9D9F0CAB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4063-C986-4A55-BCDE-70315849FF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764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F1C27-9366-7BE3-CC5B-9D21DEA26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024408-AAF6-3840-D096-E29EC2DDC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10D03D-B73D-A383-7EB8-49314B8C3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235B-BBEF-4B79-BB81-6B6D78ABD45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ED7FF6-40F8-D3C0-5FD0-97FB6EB4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349AE-6CAA-8116-8389-7F5CC5AF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4063-C986-4A55-BCDE-70315849FF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679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5E2A2B-0A00-A9C4-24BF-7B5C8CEF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8287A6-919D-1EBE-69E3-0DA025E70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4396D5-892E-12FC-D946-E5ED81FAB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20B991-474E-F679-7587-DB17B2FE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235B-BBEF-4B79-BB81-6B6D78ABD45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FE1980-7AE1-FCFC-AE80-EAFD028C8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02432F-E582-C4BB-0F11-377DA138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4063-C986-4A55-BCDE-70315849FF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838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918299-55ED-10A5-4859-3340539B5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4A4B5E-A48F-2E6E-4072-F5EFC5905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657487-747A-2C57-2706-C83AF8D98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278ED9-FBC7-4AC5-BABD-9EF5200FC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D49D51-30B0-96F3-25D7-DE82E4705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626499-913B-D341-44E5-6C93888BA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235B-BBEF-4B79-BB81-6B6D78ABD45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4ECD9C-236A-F5C6-5FCF-0ACA6045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01BB0B-0B46-58FD-7F85-A00ADD27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4063-C986-4A55-BCDE-70315849FF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02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9B0C8-6C75-5ECE-3A47-84DD0CE3D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EF91D7-99B5-4113-1B15-A3231DD42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235B-BBEF-4B79-BB81-6B6D78ABD45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333362-BF57-427F-A2C6-A1E318090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8FF8AE-5FEC-2FCA-18BA-0119B70D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4063-C986-4A55-BCDE-70315849FF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34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4D47E3-38D8-40AE-457F-BADABC5D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235B-BBEF-4B79-BB81-6B6D78ABD45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568E35-C02E-A7E4-D2EA-F97F89EE3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A9A50E-CFF8-DD47-BA9D-ABC09B654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4063-C986-4A55-BCDE-70315849FF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41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E6AE5-8828-5939-82CF-B0652F06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D6A886-4DBC-07AA-1F0C-62EA6C950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92C1F5-9BB7-2853-66D6-EDF8F628E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DB1D84-4714-2DA0-5088-C70EC90F9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235B-BBEF-4B79-BB81-6B6D78ABD45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C30724-C286-07F7-CFA1-57FE425D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00BB9F-53CE-49B1-C30B-83FC7452D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4063-C986-4A55-BCDE-70315849FF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046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64AB18-97FA-1249-F576-E6B23D19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9F26DE-84D0-D210-3564-2F67C8822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B48301-C97D-718F-9E0D-0BCEBAA36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108788-BAF4-29DA-A14C-8BD94C6F1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235B-BBEF-4B79-BB81-6B6D78ABD45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C2EA9B-2A4C-00D4-A1EE-EFE20728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400915-3E28-9528-2691-4D3AED273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4063-C986-4A55-BCDE-70315849FF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54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D710F-BA9D-44DE-6A93-9CA0E5D40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0CA86E-F675-292B-90D0-99569C426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B2C4EE-0207-2DD5-6696-731A18DA7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235B-BBEF-4B79-BB81-6B6D78ABD45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C317FA-D94A-41FE-58B7-1ED51E0BD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41618-312D-4DDB-8662-9BB740EC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4063-C986-4A55-BCDE-70315849FF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55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FE62909-3732-5A32-0159-DD094AADC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A1316D-6BA9-7243-FAFC-A8EB565DF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3867CB-2FAD-1F12-5440-43AAC236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235B-BBEF-4B79-BB81-6B6D78ABD45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22C449-7DD4-5D75-9AAE-A53B0A45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AF9169-FE5D-59F8-505D-BA1652B6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4063-C986-4A55-BCDE-70315849FF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08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1C2A6F-5EEB-855B-87B5-DFF7CB491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0B8622-00D8-DE96-97B6-1E909889D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9F25E0-BDD1-5352-E095-962AFFF9F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1235B-BBEF-4B79-BB81-6B6D78ABD45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33710E-E531-E15A-3D8F-B3114EC19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01E12B-99F4-F624-0EE0-6B20AA9A4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24063-C986-4A55-BCDE-70315849FF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323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32ACDD-5C10-AB11-F178-8D43438D4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54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1DCAEC-6D9E-714A-EEA1-8CE34B4B6A1F}"/>
              </a:ext>
            </a:extLst>
          </p:cNvPr>
          <p:cNvSpPr txBox="1"/>
          <p:nvPr/>
        </p:nvSpPr>
        <p:spPr>
          <a:xfrm>
            <a:off x="4234649" y="6249883"/>
            <a:ext cx="3524434" cy="369332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PC version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2355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7D68-7551-D110-0BA5-78A27E787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76EE8F-2C34-5E91-EA55-2F244523F181}"/>
              </a:ext>
            </a:extLst>
          </p:cNvPr>
          <p:cNvSpPr txBox="1"/>
          <p:nvPr/>
        </p:nvSpPr>
        <p:spPr>
          <a:xfrm>
            <a:off x="4589215" y="6249883"/>
            <a:ext cx="3524434" cy="369332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Smart Phone version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216C69-BEE2-3698-CC83-3637739CD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62" y="355107"/>
            <a:ext cx="2540308" cy="564512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9249D1C-2D98-458E-B25D-BBA2E63E84B6}"/>
              </a:ext>
            </a:extLst>
          </p:cNvPr>
          <p:cNvSpPr/>
          <p:nvPr/>
        </p:nvSpPr>
        <p:spPr>
          <a:xfrm>
            <a:off x="896645" y="1127464"/>
            <a:ext cx="1580225" cy="2308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홍길동 </a:t>
            </a:r>
            <a:r>
              <a:rPr lang="en-US" altLang="ko-KR" sz="105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010-1111-1111</a:t>
            </a:r>
            <a:endParaRPr lang="ko-KR" altLang="en-US" sz="105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5CA6AE-B07D-3144-71DF-8868FA3DBB56}"/>
              </a:ext>
            </a:extLst>
          </p:cNvPr>
          <p:cNvSpPr/>
          <p:nvPr/>
        </p:nvSpPr>
        <p:spPr>
          <a:xfrm>
            <a:off x="1184987" y="811764"/>
            <a:ext cx="410547" cy="9330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ADC521-4B23-DD49-0B9E-B5B67D94070A}"/>
              </a:ext>
            </a:extLst>
          </p:cNvPr>
          <p:cNvSpPr/>
          <p:nvPr/>
        </p:nvSpPr>
        <p:spPr>
          <a:xfrm>
            <a:off x="1063691" y="2043404"/>
            <a:ext cx="513181" cy="230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rgbClr val="0070C0"/>
                </a:solidFill>
              </a:rPr>
              <a:t>A</a:t>
            </a:r>
            <a:r>
              <a:rPr lang="ko-KR" altLang="en-US" sz="700" b="1" dirty="0">
                <a:solidFill>
                  <a:srgbClr val="0070C0"/>
                </a:solidFill>
              </a:rPr>
              <a:t>아파트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6802D0-D116-4148-AF13-51420233D62E}"/>
              </a:ext>
            </a:extLst>
          </p:cNvPr>
          <p:cNvSpPr/>
          <p:nvPr/>
        </p:nvSpPr>
        <p:spPr>
          <a:xfrm>
            <a:off x="1094793" y="2550376"/>
            <a:ext cx="513181" cy="230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rgbClr val="0070C0"/>
                </a:solidFill>
              </a:rPr>
              <a:t>B</a:t>
            </a:r>
            <a:r>
              <a:rPr lang="ko-KR" altLang="en-US" sz="700" b="1" dirty="0">
                <a:solidFill>
                  <a:srgbClr val="0070C0"/>
                </a:solidFill>
              </a:rPr>
              <a:t> 빌라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017B2C-406B-8087-FDB6-EF8B00DAACBC}"/>
              </a:ext>
            </a:extLst>
          </p:cNvPr>
          <p:cNvSpPr/>
          <p:nvPr/>
        </p:nvSpPr>
        <p:spPr>
          <a:xfrm>
            <a:off x="1066800" y="3063549"/>
            <a:ext cx="513181" cy="230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rgbClr val="0070C0"/>
                </a:solidFill>
              </a:rPr>
              <a:t>C</a:t>
            </a:r>
            <a:r>
              <a:rPr lang="ko-KR" altLang="en-US" sz="700" b="1" dirty="0">
                <a:solidFill>
                  <a:srgbClr val="0070C0"/>
                </a:solidFill>
              </a:rPr>
              <a:t>아파트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678778-F1A6-C933-57DF-7C3C00C93E32}"/>
              </a:ext>
            </a:extLst>
          </p:cNvPr>
          <p:cNvSpPr/>
          <p:nvPr/>
        </p:nvSpPr>
        <p:spPr>
          <a:xfrm>
            <a:off x="1259633" y="3769567"/>
            <a:ext cx="1352937" cy="203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0C7A3CA-76DB-56DB-0AEA-0D9122C66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14" y="357671"/>
            <a:ext cx="2435290" cy="5642565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E065E468-C2FD-8D70-039F-7BA82220CDAF}"/>
              </a:ext>
            </a:extLst>
          </p:cNvPr>
          <p:cNvGrpSpPr/>
          <p:nvPr/>
        </p:nvGrpSpPr>
        <p:grpSpPr>
          <a:xfrm>
            <a:off x="5055744" y="355107"/>
            <a:ext cx="2489874" cy="5645129"/>
            <a:chOff x="4215987" y="355107"/>
            <a:chExt cx="2489874" cy="5645129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DFBD7A2-1C18-461F-24E8-1B3D222F9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5987" y="355107"/>
              <a:ext cx="2489874" cy="5645129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4AA256A-7F98-7E50-7334-00558A033B21}"/>
                </a:ext>
              </a:extLst>
            </p:cNvPr>
            <p:cNvSpPr/>
            <p:nvPr/>
          </p:nvSpPr>
          <p:spPr>
            <a:xfrm>
              <a:off x="5421086" y="979714"/>
              <a:ext cx="485192" cy="25192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6065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EF017-72C0-B436-CD04-76A5DB22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C1B27AF-3686-2922-D3F3-D0A2606F2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53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acanbe1026@gmail.com</dc:creator>
  <cp:lastModifiedBy>acanbe1026@gmail.com</cp:lastModifiedBy>
  <cp:revision>1</cp:revision>
  <dcterms:created xsi:type="dcterms:W3CDTF">2026-02-09T10:11:12Z</dcterms:created>
  <dcterms:modified xsi:type="dcterms:W3CDTF">2026-02-09T10:11:27Z</dcterms:modified>
</cp:coreProperties>
</file>